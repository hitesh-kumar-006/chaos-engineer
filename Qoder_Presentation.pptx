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Qoder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Chaos Engineering Meets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Resilient Code Before Production Breaks It</a:t>
            </a:r>
            <a:pPr algn="ctr" indent="0" marL="0">
              <a:spcAft>
                <a:spcPts val="600"/>
              </a:spcAft>
              <a:buNone/>
            </a:pPr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Leader: M. Mashood Ur Rehman Khan</a:t>
            </a:r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Member: Hitesh Kumar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Testing Blind Spot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tests, integration tests, and E2E tests assume ideal conditions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failures are intermittent: API timeouts, 503 errors, memory spikes, network jitter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 discover bugs AFTER deployment when users are already impacted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 developers and CS students lack safe environments to practice chaos engineering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teams deploying AI integrations face unpredictable model latency and token limits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Pays the Price?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CS Students: Graduate without exposure to fault-tolerant design patterns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 Developers: Learn resilience the hard way through production outages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Teams: Ship AI integrations that fail unpredictably under load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Users: Experience crashes, timeouts, and data loss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Downtime costs, reputation damage, emergency hotfixes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Qoder: Chaos Engineering, Reimagined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IDE with a Chaos Matrix for real-time fault injection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Chaos Copilot powered by Google Gemini for instant code analysis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 disasters before they happen:</a:t>
            </a:r>
            <a:endParaRPr lang="en-US" sz="1800" dirty="0"/>
          </a:p>
          <a:p>
            <a:pPr lvl="1" marL="6858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Lag | Memory Bloat | Crash Rates | Event-Loop Blocking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resilience patterns in a safe, educational environment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Stress-test logic against production-like chaos before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Is Qoder For?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 Students: Learn resilience patterns - retry logic, circuit breakers, graceful degradation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 Developers: Stress-test code against realistic failures without risking real systems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Teams: Validate AI integrations under unpredictable API behavior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and SRE Teams: Generate post-mortem telemetry and track MTBF improvements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Educators: Teach chaos engineering with interactive, gamified challenges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Now? Shift Left on Resilience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testing catches logic bugs, not system failures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Chaos engineering has been a Netflix/Amazon practice - too complex for everyday developers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integrations introduce new failure modes: model drift, token exhaustion, hallucination crashes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error handling is always cheaper than reactive hotfixes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 demand for resilient systems is growing faster than developer training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System Reliability: Code is stress-tested against chaos before deployment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Error Handling: Developers write retry logic and circuit breakers by default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Post-Mortem Telemetry: Every stress test generates exportable incident reports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Learning Curve: Students gain production-grade intuition in hours, not years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Reduced Downtime: Teams catch resilience gaps before users do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and Technology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15.5.24: Server-side rendering, API routes, production build pipeline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API: Powers the Chaos Copilot for instant code analysis and explainability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Telemetry Engine: SLA grades (A-F), MTBF, latency percentiles (P50, P95, P99)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Chaos Injection Engine: Real-time fault injection for network lag, memory bloat, crash rates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CodeMirror 6: In-browser editor with blame highlighting for failed iterations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 - Working 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- Fully functional algorithm validators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- Working production build pipeline (npm run prod)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- Live chaos fault-injection simulation with real-time console output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- Exportable JSON incident post-mortem telemetry reports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- Interactive 5-round resilience challenges (Mild / Moderate / Chaos)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- AI-powered Chaos Copilot with contextual analysis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Challenge Mode: Select a resilience challenge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Chaos Matrix: Adjust sliders for latency, memory, crash rate, and event-loop blocking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Stress Test: Run 5 rounds - fix code on failure, retry, and improve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Post-Mortem Report: Export JSON telemetry with SLA grade, MTBF, and latency percentiles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Chaos Copilot: Ask Gemini for an architectural breakdown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Qoder Stands 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Focus: Gamified challenges make chaos engineering accessible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Guidance: Gemini provides instant explainability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Developer-Centric: Runs in-browser - no infrastructure setup required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Actionable Telemetry: Exportable post-mortem reports, not just dashboards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Code Execution: Tests actual user code, not simulated scenarios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- What is Next for Qoder?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Multi-Language Support: Python, Java, C++, Go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Collaboration: Share challenges and resilience scores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Integration: Run chaos tests in your deployment pipeline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Chaos Scenarios: Define your own failure modes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Leaderboards: Compete across universities and teams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2AF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Qoder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Resilient Code, Before Production Breaks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Chaos engineering is no longer just for Netflix and Amazon</a:t>
            </a:r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developer deserves a safe space to break their code</a:t>
            </a:r>
            <a:pPr algn="ctr" indent="0" marL="0">
              <a:spcAft>
                <a:spcPts val="600"/>
              </a:spcAft>
              <a:buNone/>
            </a:pPr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it. Break it. Fix it. Ship it.</a:t>
            </a:r>
            <a:pPr algn="ctr" indent="0" marL="0">
              <a:spcAft>
                <a:spcPts val="600"/>
              </a:spcAft>
              <a:buNone/>
            </a:pPr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-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2026-09-07T19:11:55Z</dcterms:created>
  <dcterms:modified xsi:type="dcterms:W3CDTF">2026-09-07T19:11:55Z</dcterms:modified>
</cp:coreProperties>
</file>